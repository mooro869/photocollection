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1869b3cde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1869b3cde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16fc87d6e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16fc87d6e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16fc87d6e3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16fc87d6e3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186358722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186358722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16fc87d6e3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16fc87d6e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Photo Collection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Проект PyQT. Федоров Матвей Сергеевич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72775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Используемые библиотеки в Photo Collection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558800" lvl="0" marL="457200" rtl="0" algn="l">
              <a:spcBef>
                <a:spcPts val="0"/>
              </a:spcBef>
              <a:spcAft>
                <a:spcPts val="0"/>
              </a:spcAft>
              <a:buSzPts val="5200"/>
              <a:buChar char="●"/>
            </a:pPr>
            <a:r>
              <a:rPr lang="ru" sz="5200"/>
              <a:t>PyQt6</a:t>
            </a:r>
            <a:endParaRPr sz="5200"/>
          </a:p>
          <a:p>
            <a:pPr indent="-558800" lvl="0" marL="457200" rtl="0" algn="l">
              <a:spcBef>
                <a:spcPts val="0"/>
              </a:spcBef>
              <a:spcAft>
                <a:spcPts val="0"/>
              </a:spcAft>
              <a:buSzPts val="5200"/>
              <a:buChar char="●"/>
            </a:pPr>
            <a:r>
              <a:rPr lang="ru" sz="5200"/>
              <a:t>SQLite3</a:t>
            </a:r>
            <a:endParaRPr sz="52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5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42603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Функции Photo Collection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25"/>
            <a:ext cx="8551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Х</a:t>
            </a:r>
            <a:r>
              <a:rPr lang="ru"/>
              <a:t>ранения фотографий в базе данных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Возможность добавлять фотографии в альбомы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Возможность изменять названия альбомов и фотографий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Структура проекта. Части кода</a:t>
            </a:r>
            <a:endParaRPr/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025" y="1017725"/>
            <a:ext cx="3688874" cy="84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46274" y="1017725"/>
            <a:ext cx="4409150" cy="3364169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016900"/>
            <a:ext cx="3761161" cy="2974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Структура проекта. Интерфейс</a:t>
            </a:r>
            <a:endParaRPr/>
          </a:p>
        </p:txBody>
      </p:sp>
      <p:pic>
        <p:nvPicPr>
          <p:cNvPr id="81" name="Google Shape;8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175" y="1017725"/>
            <a:ext cx="5432974" cy="341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01163" y="3822750"/>
            <a:ext cx="1291675" cy="1215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97883" y="1017725"/>
            <a:ext cx="2098242" cy="2419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type="title"/>
          </p:nvPr>
        </p:nvSpPr>
        <p:spPr>
          <a:xfrm>
            <a:off x="311700" y="445025"/>
            <a:ext cx="4260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Вы</a:t>
            </a:r>
            <a:r>
              <a:rPr lang="ru"/>
              <a:t>воды</a:t>
            </a:r>
            <a:endParaRPr/>
          </a:p>
        </p:txBody>
      </p:sp>
      <p:sp>
        <p:nvSpPr>
          <p:cNvPr id="89" name="Google Shape;89;p18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Научился работать с: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Qt Designer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PyQt6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SQLite3</a:t>
            </a:r>
            <a:endParaRPr/>
          </a:p>
        </p:txBody>
      </p:sp>
      <p:sp>
        <p:nvSpPr>
          <p:cNvPr id="90" name="Google Shape;90;p18"/>
          <p:cNvSpPr txBox="1"/>
          <p:nvPr>
            <p:ph idx="1" type="body"/>
          </p:nvPr>
        </p:nvSpPr>
        <p:spPr>
          <a:xfrm>
            <a:off x="45720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Загрузка изображений других форматов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Получение exif-данных у изображений</a:t>
            </a:r>
            <a:endParaRPr/>
          </a:p>
        </p:txBody>
      </p:sp>
      <p:sp>
        <p:nvSpPr>
          <p:cNvPr id="91" name="Google Shape;91;p18"/>
          <p:cNvSpPr txBox="1"/>
          <p:nvPr>
            <p:ph type="title"/>
          </p:nvPr>
        </p:nvSpPr>
        <p:spPr>
          <a:xfrm>
            <a:off x="4732250" y="445025"/>
            <a:ext cx="4260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Что можно улучшить?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