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5" d="100"/>
          <a:sy n="125" d="100"/>
        </p:scale>
        <p:origin x="226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1869b3cde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1869b3cde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16fc87d6e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16fc87d6e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16fc87d6e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16fc87d6e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186358722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186358722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16fc87d6e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16fc87d6e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Photo Collection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 PyQT. Федоров Матвей Сергеевич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72775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Используемые библиотеки в Photo Collection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558800" algn="l" rtl="0">
              <a:spcBef>
                <a:spcPts val="0"/>
              </a:spcBef>
              <a:spcAft>
                <a:spcPts val="0"/>
              </a:spcAft>
              <a:buSzPts val="5200"/>
              <a:buChar char="●"/>
            </a:pPr>
            <a:r>
              <a:rPr lang="ru" sz="5200"/>
              <a:t>PyQt6</a:t>
            </a:r>
            <a:endParaRPr sz="5200"/>
          </a:p>
          <a:p>
            <a:pPr marL="457200" lvl="0" indent="-558800" algn="l" rtl="0">
              <a:spcBef>
                <a:spcPts val="0"/>
              </a:spcBef>
              <a:spcAft>
                <a:spcPts val="0"/>
              </a:spcAft>
              <a:buSzPts val="5200"/>
              <a:buChar char="●"/>
            </a:pPr>
            <a:r>
              <a:rPr lang="ru" sz="5200"/>
              <a:t>SQLite3</a:t>
            </a:r>
            <a:endParaRPr sz="52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5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Функции Photo Collection</a:t>
            </a: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25"/>
            <a:ext cx="8551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dirty="0"/>
              <a:t>Хранения фотографий в базе данных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dirty="0"/>
              <a:t>Возможность добавлять фотографии в альбомы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dirty="0"/>
              <a:t>Возможность изменять названия альбомов и фотографий</a:t>
            </a:r>
            <a:endParaRPr lang="en-US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-RU" dirty="0"/>
              <a:t>Возможность добавление тегов для фотографий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Структура проекта. Части кода</a:t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025" y="1017725"/>
            <a:ext cx="3688874" cy="84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46274" y="1017725"/>
            <a:ext cx="4409150" cy="3364169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016900"/>
            <a:ext cx="3761161" cy="2974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Структура проекта. Интерфейс</a:t>
            </a:r>
            <a:endParaRPr/>
          </a:p>
        </p:txBody>
      </p:sp>
      <p:pic>
        <p:nvPicPr>
          <p:cNvPr id="81" name="Google Shape;8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175" y="1017725"/>
            <a:ext cx="5432974" cy="341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01163" y="3822750"/>
            <a:ext cx="1291675" cy="1215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97883" y="1017725"/>
            <a:ext cx="2098242" cy="241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Выводы</a:t>
            </a:r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Научился работать с: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Qt Designer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PyQt6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SQLite3</a:t>
            </a:r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body" idx="1"/>
          </p:nvPr>
        </p:nvSpPr>
        <p:spPr>
          <a:xfrm>
            <a:off x="45720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Загрузка изображений других форматов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/>
              <a:t>Получение exif-данных у изображений</a:t>
            </a:r>
            <a:endParaRPr/>
          </a:p>
        </p:txBody>
      </p:sp>
      <p:sp>
        <p:nvSpPr>
          <p:cNvPr id="91" name="Google Shape;91;p18"/>
          <p:cNvSpPr txBox="1">
            <a:spLocks noGrp="1"/>
          </p:cNvSpPr>
          <p:nvPr>
            <p:ph type="title"/>
          </p:nvPr>
        </p:nvSpPr>
        <p:spPr>
          <a:xfrm>
            <a:off x="4732250" y="445025"/>
            <a:ext cx="4260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Что можно улучшить?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</Words>
  <Application>Microsoft Office PowerPoint</Application>
  <PresentationFormat>Экран (16:9)</PresentationFormat>
  <Paragraphs>20</Paragraphs>
  <Slides>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8" baseType="lpstr">
      <vt:lpstr>Arial</vt:lpstr>
      <vt:lpstr>Simple Light</vt:lpstr>
      <vt:lpstr>Photo Collection</vt:lpstr>
      <vt:lpstr>Используемые библиотеки в Photo Collection</vt:lpstr>
      <vt:lpstr>Функции Photo Collection</vt:lpstr>
      <vt:lpstr>Структура проекта. Части кода</vt:lpstr>
      <vt:lpstr>Структура проекта. Интерфейс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Photo Collection</dc:title>
  <cp:lastModifiedBy>Матвей Федоров</cp:lastModifiedBy>
  <cp:revision>1</cp:revision>
  <dcterms:modified xsi:type="dcterms:W3CDTF">2025-11-29T14:24:24Z</dcterms:modified>
</cp:coreProperties>
</file>