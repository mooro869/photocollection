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226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869b3cd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869b3cd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6fc87d6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6fc87d6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6fc87d6e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6fc87d6e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8635872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8635872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6fc87d6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6fc87d6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Photo Collection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ru-RU" dirty="0"/>
              <a:t>Федоров Матвей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72775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Используемые библиотеки в Photo Collection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558800" algn="l" rtl="0">
              <a:spcBef>
                <a:spcPts val="0"/>
              </a:spcBef>
              <a:spcAft>
                <a:spcPts val="0"/>
              </a:spcAft>
              <a:buSzPts val="5200"/>
              <a:buChar char="●"/>
            </a:pPr>
            <a:r>
              <a:rPr lang="ru" sz="5200"/>
              <a:t>PyQt6</a:t>
            </a:r>
            <a:endParaRPr sz="5200"/>
          </a:p>
          <a:p>
            <a:pPr marL="457200" lvl="0" indent="-558800" algn="l" rtl="0">
              <a:spcBef>
                <a:spcPts val="0"/>
              </a:spcBef>
              <a:spcAft>
                <a:spcPts val="0"/>
              </a:spcAft>
              <a:buSzPts val="5200"/>
              <a:buChar char="●"/>
            </a:pPr>
            <a:r>
              <a:rPr lang="ru" sz="5200"/>
              <a:t>SQLite3</a:t>
            </a:r>
            <a:endParaRPr sz="5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5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Функции Photo Collection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25"/>
            <a:ext cx="8551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Хранения фотографий в базе данных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Возможность добавлять фотографии в альбомы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Возможность изменять названия альбомов и фотографий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Возможность добавление тегов для фотографий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проекта. Части кода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025" y="1017725"/>
            <a:ext cx="3688874" cy="84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3FE19E-9614-4702-927C-3FE222C2A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126725"/>
            <a:ext cx="3743357" cy="25717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F49EC3-4A1B-4916-875D-6E37B612F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546" y="1017725"/>
            <a:ext cx="4100754" cy="2609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проекта. Интерфейс</a:t>
            </a: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303414-4FF9-438E-B9BC-2BA974EB4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17725"/>
            <a:ext cx="4322604" cy="269727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9F3AA8-E6B2-4AB9-9B5F-B30DD0E41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76" y="1206593"/>
            <a:ext cx="3499152" cy="136515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5207CF7-64E1-43B9-A62E-149653AC4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666" y="3188964"/>
            <a:ext cx="1598634" cy="150951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1C22C18-6BF6-4D6B-84FB-32F20BD37B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1" y="3171524"/>
            <a:ext cx="1809567" cy="1086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Научился работать с: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Qt Designer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PyQt6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SQLite3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Загрузка изображений других форматов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Получение exif-данных у изображений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473225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можно улучшить?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65</Words>
  <Application>Microsoft Office PowerPoint</Application>
  <PresentationFormat>Экран (16:9)</PresentationFormat>
  <Paragraphs>20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Photo Collection</vt:lpstr>
      <vt:lpstr>Используемые библиотеки в Photo Collection</vt:lpstr>
      <vt:lpstr>Функции Photo Collection</vt:lpstr>
      <vt:lpstr>Структура проекта. Части кода</vt:lpstr>
      <vt:lpstr>Структура проекта. Интерфейс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Collection</dc:title>
  <cp:lastModifiedBy>Матвей Федоров</cp:lastModifiedBy>
  <cp:revision>3</cp:revision>
  <dcterms:modified xsi:type="dcterms:W3CDTF">2025-12-04T14:25:18Z</dcterms:modified>
</cp:coreProperties>
</file>